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Outfit ExtraBold"/>
      <p:regular r:id="rId201314"/>
    </p:embeddedFont>
    <p:embeddedFont>
      <p:font typeface="Outfit Black"/>
      <p:regular r:id="rId201315"/>
    </p:embeddedFont>
    <p:embeddedFont>
      <p:font typeface="Urbanist"/>
      <p:regular r:id="rId201316"/>
    </p:embeddedFont>
    <p:embeddedFont>
      <p:font typeface="Urbanist SemiBold"/>
      <p:regular r:id="rId201317"/>
    </p:embeddedFont>
    <p:embeddedFont>
      <p:font typeface="Urbani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939776" y="1955800"/>
            <a:ext cx="8889778" cy="3093641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21420000">
            <a:off x="1333467" y="2222500"/>
            <a:ext cx="8102397" cy="256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00" spc="-392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REACT HOOKS</a:t>
            </a:r>
            <a:endParaRPr lang="en-US" sz="1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420000">
            <a:off x="904852" y="1920875"/>
            <a:ext cx="8959626" cy="31634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139401" cy="202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168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WHAT ARE HOOKS?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663264" y="0"/>
            <a:ext cx="7528431" cy="6858000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58551" y="5572323"/>
            <a:ext cx="653785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Hooks are functions that let you use React features in functional components. They remove the need for class components and were introduced in React 16.8.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8340" y="-34925"/>
            <a:ext cx="7598279" cy="69277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11364" y="179090"/>
            <a:ext cx="1778551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320" kern="1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ARTBOARD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168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WHY HOOKS MATTER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09585" y="1539180"/>
            <a:ext cx="3454314" cy="2157214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1677" y="1856680"/>
            <a:ext cx="2870128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REUSABLE LOGIC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01677" y="2282726"/>
            <a:ext cx="2870128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Share component behavior and stateful logic across your entire app without duplication.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61" y="1504255"/>
            <a:ext cx="3524162" cy="22269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68691" y="1539180"/>
            <a:ext cx="3454314" cy="2157214"/>
          </a:xfrm>
          <a:prstGeom prst="roundRect">
            <a:avLst>
              <a:gd name="adj" fmla="val 1413"/>
            </a:avLst>
          </a:prstGeom>
          <a:solidFill>
            <a:srgbClr val="CCDDFF"/>
          </a:solidFill>
          <a:ln/>
        </p:spPr>
      </p:sp>
      <p:sp>
        <p:nvSpPr>
          <p:cNvPr id="8" name="Text 5"/>
          <p:cNvSpPr/>
          <p:nvPr/>
        </p:nvSpPr>
        <p:spPr>
          <a:xfrm>
            <a:off x="4648084" y="1843980"/>
            <a:ext cx="2895528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SIMPLER CODE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648084" y="2270026"/>
            <a:ext cx="2895528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Far less boilerplate than class components — your code becomes easier to read and maintain.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27797" y="1539180"/>
            <a:ext cx="3454314" cy="2157214"/>
          </a:xfrm>
          <a:prstGeom prst="roundRect">
            <a:avLst>
              <a:gd name="adj" fmla="val 1413"/>
            </a:avLst>
          </a:prstGeom>
          <a:solidFill>
            <a:srgbClr val="CCDDFF"/>
          </a:solidFill>
          <a:ln/>
        </p:spPr>
      </p:sp>
      <p:sp>
        <p:nvSpPr>
          <p:cNvPr id="11" name="Text 8"/>
          <p:cNvSpPr/>
          <p:nvPr/>
        </p:nvSpPr>
        <p:spPr>
          <a:xfrm>
            <a:off x="8407190" y="1843980"/>
            <a:ext cx="2895528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EASIER TESTING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407190" y="2270026"/>
            <a:ext cx="2895528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Smaller, focused functions are naturally easier to isolate, test, and debug.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9585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11364" y="179090"/>
            <a:ext cx="1778551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320" kern="1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ARTBOARD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168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ESSENTIAL BUILT-IN HOOKS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09585" y="1462980"/>
            <a:ext cx="5333867" cy="3951684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7077" y="1755080"/>
            <a:ext cx="4698882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126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STATE &amp; EFFECTS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077" y="2464991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7077" y="3093641"/>
            <a:ext cx="2273243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USESTATE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27077" y="3519686"/>
            <a:ext cx="2273243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Add and manage state inside functional components with a simple variable and setter function.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16" y="2464991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52716" y="3093641"/>
            <a:ext cx="2273243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USEEFFECT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352716" y="3519686"/>
            <a:ext cx="2273243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Handle side effects like API calls, subscriptions, and timers after the component renders.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61" y="1428055"/>
            <a:ext cx="5403616" cy="40214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48244" y="1462980"/>
            <a:ext cx="5333867" cy="3951684"/>
          </a:xfrm>
          <a:prstGeom prst="roundRect">
            <a:avLst>
              <a:gd name="adj" fmla="val 771"/>
            </a:avLst>
          </a:prstGeom>
          <a:solidFill>
            <a:srgbClr val="CCDDFF"/>
          </a:solidFill>
          <a:ln/>
        </p:spPr>
      </p:sp>
      <p:sp>
        <p:nvSpPr>
          <p:cNvPr id="13" name="Text 8"/>
          <p:cNvSpPr/>
          <p:nvPr/>
        </p:nvSpPr>
        <p:spPr>
          <a:xfrm>
            <a:off x="6553036" y="1742380"/>
            <a:ext cx="4724282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spc="-126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CONTEXT &amp; PERFORMANCE</a:t>
            </a:r>
            <a:endParaRPr lang="en-US" sz="4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36" y="2959001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3036" y="3587651"/>
            <a:ext cx="2285943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USECONTEXT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6553036" y="4013696"/>
            <a:ext cx="2285943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Share data across deeply nested components without the pain of prop drilling.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375" y="2959001"/>
            <a:ext cx="507987" cy="508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91375" y="3587651"/>
            <a:ext cx="2285943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USEMEMO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8991375" y="4013696"/>
            <a:ext cx="2285943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Optimize performance by memoizing expensive computed values between renders.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09585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511364" y="179090"/>
            <a:ext cx="1778551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320" kern="1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ARTBOARD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168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THE GOLDEN RULES OF HOOKS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09585" y="1488380"/>
            <a:ext cx="3454314" cy="2837160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278" y="1780480"/>
            <a:ext cx="79422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6BF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6278" y="2064941"/>
            <a:ext cx="2920927" cy="19050"/>
          </a:xfrm>
          <a:prstGeom prst="rect">
            <a:avLst/>
          </a:prstGeom>
          <a:solidFill>
            <a:srgbClr val="1F6BFF"/>
          </a:solidFill>
          <a:ln/>
        </p:spPr>
      </p:sp>
      <p:sp>
        <p:nvSpPr>
          <p:cNvPr id="6" name="Text 4"/>
          <p:cNvSpPr/>
          <p:nvPr/>
        </p:nvSpPr>
        <p:spPr>
          <a:xfrm>
            <a:off x="876278" y="2205831"/>
            <a:ext cx="2920927" cy="5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ONLY CALL AT TOP LEVEL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76278" y="2911872"/>
            <a:ext cx="2920927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Never place hooks inside loops, conditions, or nested functions. React depends on consistent call order every render.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61" y="1453455"/>
            <a:ext cx="3524162" cy="29070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22684" y="1767780"/>
            <a:ext cx="8459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6BF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22684" y="2052241"/>
            <a:ext cx="2946227" cy="19050"/>
          </a:xfrm>
          <a:prstGeom prst="rect">
            <a:avLst/>
          </a:prstGeom>
          <a:solidFill>
            <a:srgbClr val="1F6BFF"/>
          </a:solidFill>
          <a:ln/>
        </p:spPr>
      </p:sp>
      <p:sp>
        <p:nvSpPr>
          <p:cNvPr id="11" name="Text 8"/>
          <p:cNvSpPr/>
          <p:nvPr/>
        </p:nvSpPr>
        <p:spPr>
          <a:xfrm>
            <a:off x="4622684" y="2193131"/>
            <a:ext cx="2946326" cy="5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ONLY IN REACT FUNCTIONS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622684" y="2899172"/>
            <a:ext cx="2946326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Hooks belong in functional components or custom hooks — not in regular JavaScript functions.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81790" y="1767780"/>
            <a:ext cx="8343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6BF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1790" y="2052241"/>
            <a:ext cx="2946227" cy="19050"/>
          </a:xfrm>
          <a:prstGeom prst="rect">
            <a:avLst/>
          </a:prstGeom>
          <a:solidFill>
            <a:srgbClr val="1F6BFF"/>
          </a:solidFill>
          <a:ln/>
        </p:spPr>
      </p:sp>
      <p:sp>
        <p:nvSpPr>
          <p:cNvPr id="15" name="Text 12"/>
          <p:cNvSpPr/>
          <p:nvPr/>
        </p:nvSpPr>
        <p:spPr>
          <a:xfrm>
            <a:off x="8381790" y="2193131"/>
            <a:ext cx="2946326" cy="5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BREAK RULES = BREAK APP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381790" y="2899172"/>
            <a:ext cx="294632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Violating these rules causes subtle bugs and unpredictable behavior that's hard to trace.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9585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11364" y="179090"/>
            <a:ext cx="1778551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320" kern="1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ARTBOARD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039293" cy="2702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168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LIVE CODE EXAMPLE: COUNTER COMPONENT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09585" y="3515122"/>
            <a:ext cx="503929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useState lets you add state to a functional component. Here's a simple counter: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715552" y="0"/>
            <a:ext cx="5476143" cy="6858000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8444" y="520700"/>
            <a:ext cx="4790360" cy="4631928"/>
          </a:xfrm>
          <a:prstGeom prst="roundRect">
            <a:avLst>
              <a:gd name="adj" fmla="val 658"/>
            </a:avLst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7302218" y="723900"/>
            <a:ext cx="4302811" cy="422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&lt;p&gt;Count: {count}&lt;/p&gt;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setCount(count + 1)}&gt;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Increment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0628" y="-34925"/>
            <a:ext cx="5545991" cy="69277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585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11364" y="179090"/>
            <a:ext cx="1778551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320" kern="1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ARTBOARD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168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WHAT'S HAPPENING HERE?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09585" y="3126680"/>
            <a:ext cx="10972526" cy="1297384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674" y="3494980"/>
            <a:ext cx="1013434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This component tracks a number in state. Each button click triggers a state update, and React automatically re-renders the UI to show the new count.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61" y="3091755"/>
            <a:ext cx="11042275" cy="1367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11364" y="179090"/>
            <a:ext cx="1778551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320" kern="1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ARTBOARD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168" kern="100" dirty="0">
                <a:solidFill>
                  <a:srgbClr val="111111"/>
                </a:solidFill>
                <a:latin typeface="Outfit Black" pitchFamily="34" charset="0"/>
                <a:ea typeface="Outfit Black" pitchFamily="34" charset="-122"/>
                <a:cs typeface="Outfit Black" pitchFamily="34" charset="-120"/>
              </a:rPr>
              <a:t>BREAKING DOWN THE COUNTER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09585" y="1462980"/>
            <a:ext cx="10972526" cy="1087437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879" y="1653480"/>
            <a:ext cx="10489938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USESTATE(0) — INITIALIZE STATE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0879" y="2079526"/>
            <a:ext cx="1073123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Creates the state variable count with an initial value of 0. React remembers this value between renders.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61" y="1428055"/>
            <a:ext cx="11042275" cy="1157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728218"/>
            <a:ext cx="10515337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SETCOUNT — THE UPDATER FUNCTION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38179" y="3154263"/>
            <a:ext cx="1074393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setter function provided by useState. Call it with a new value to update the state.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8179" y="3790255"/>
            <a:ext cx="10515337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ONCLICK — TRIGGER THE UPDATE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38179" y="4216301"/>
            <a:ext cx="1074393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When the button is clicked, setCount(count + 1) fires, incrementing the count by 1.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8179" y="4852293"/>
            <a:ext cx="10515337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100" spc="21" kern="100" dirty="0">
                <a:solidFill>
                  <a:srgbClr val="11111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AUTOMATIC RE-RENDER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38179" y="5278338"/>
            <a:ext cx="1074393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React detects the state change and re-renders the component, displaying the updated count instantly.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9585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11364" y="179090"/>
            <a:ext cx="1778551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320" kern="100" dirty="0">
                <a:solidFill>
                  <a:srgbClr val="111111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ARTBOARD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9585" y="2544068"/>
            <a:ext cx="10972526" cy="127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3"/>
          <p:cNvSpPr/>
          <p:nvPr/>
        </p:nvSpPr>
        <p:spPr>
          <a:xfrm>
            <a:off x="609585" y="3606105"/>
            <a:ext cx="10972526" cy="127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585" y="4668143"/>
            <a:ext cx="10972526" cy="12700"/>
          </a:xfrm>
          <a:prstGeom prst="rect">
            <a:avLst/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2026-10-02T16:38:43Z</dcterms:created>
  <dcterms:modified xsi:type="dcterms:W3CDTF">2026-10-02T16:38:43Z</dcterms:modified>
</cp:coreProperties>
</file>